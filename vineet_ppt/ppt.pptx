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0" r:id="rId8"/>
    <p:sldId id="271" r:id="rId9"/>
    <p:sldId id="269" r:id="rId10"/>
    <p:sldId id="263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22DE0F-D427-4C91-86EE-788BCF1C2443}" v="610" dt="2026-01-02T11:31:58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98" d="100"/>
          <a:sy n="98" d="100"/>
        </p:scale>
        <p:origin x="110" y="18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13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75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544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891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45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09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53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07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0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3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4352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371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2741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0998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581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84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EAFB-6D89-475A-AF1D-AF2E591642D1}" type="datetimeFigureOut">
              <a:rPr lang="en-IN" smtClean="0"/>
              <a:t>03-01-2026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41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makery.ch/library/html-css/part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s-thank-you-message-grateful-1314887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6951-2B14-D744-D4A5-8538417EF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161" y="905453"/>
            <a:ext cx="10653224" cy="1759593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PROJECT NAME:</a:t>
            </a:r>
            <a:r>
              <a:rPr lang="en-IN" sz="2400" dirty="0">
                <a:latin typeface="Arial Rounded MT Bold" panose="020F0704030504030204" pitchFamily="34" charset="0"/>
              </a:rPr>
              <a:t>	</a:t>
            </a:r>
            <a:r>
              <a:rPr lang="en-US" sz="2400" dirty="0">
                <a:latin typeface="Arial Rounded MT Bold" panose="020F0704030504030204" pitchFamily="34" charset="0"/>
              </a:rPr>
              <a:t>Student Marksheet and Ranking System</a:t>
            </a:r>
            <a:r>
              <a:rPr lang="en-IN" sz="2400" dirty="0">
                <a:latin typeface="Arial Rounded MT Bold" panose="020F0704030504030204" pitchFamily="34" charset="0"/>
              </a:rPr>
              <a:t>								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A5A6F-FB8E-F02E-94E8-838C6C721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161" y="2959511"/>
            <a:ext cx="10589341" cy="3569108"/>
          </a:xfrm>
        </p:spPr>
        <p:txBody>
          <a:bodyPr/>
          <a:lstStyle/>
          <a:p>
            <a:pPr algn="l"/>
            <a:r>
              <a:rPr lang="en-IN" dirty="0"/>
              <a:t>SUBMITED BY:                                                                     GUIDENCE/SUBMITED TO:                                                            </a:t>
            </a:r>
          </a:p>
          <a:p>
            <a:pPr algn="l"/>
            <a:r>
              <a:rPr lang="en-IN" dirty="0"/>
              <a:t>VINEET   VIDYARTHI                                                             MISS.NAINA DEVI</a:t>
            </a:r>
          </a:p>
          <a:p>
            <a:pPr algn="l"/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SEMESTER                                                                      IBM SME</a:t>
            </a:r>
          </a:p>
          <a:p>
            <a:pPr algn="l"/>
            <a:r>
              <a:rPr lang="en-IN" dirty="0"/>
              <a:t>BTECH CSE (AI/ML)                                                              SESSION:2025-26</a:t>
            </a:r>
          </a:p>
          <a:p>
            <a:pPr algn="l"/>
            <a:r>
              <a:rPr lang="en-IN" dirty="0"/>
              <a:t>SECTION: B                                                                          ERP=RU- 25-11679</a:t>
            </a:r>
          </a:p>
          <a:p>
            <a:pPr algn="l"/>
            <a:r>
              <a:rPr lang="en-IN" dirty="0"/>
              <a:t>IBM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14C77-3D20-195C-7FA8-ED2D14E9D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000" y="39133"/>
            <a:ext cx="3334215" cy="133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0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F4C0-25F7-74D6-BCC6-243B2095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📌title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F4DB6F-3F64-19FE-CE4D-12B54BAE3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Student Marksheet &amp; Ranking System using C</a:t>
            </a:r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Developed using C programming</a:t>
            </a:r>
          </a:p>
          <a:p>
            <a:pPr>
              <a:lnSpc>
                <a:spcPct val="150000"/>
              </a:lnSpc>
            </a:pPr>
            <a:r>
              <a:rPr lang="en-US" dirty="0"/>
              <a:t>Demonstrates arrays, loops, and logic building</a:t>
            </a:r>
          </a:p>
          <a:p>
            <a:pPr>
              <a:lnSpc>
                <a:spcPct val="150000"/>
              </a:lnSpc>
            </a:pPr>
            <a:r>
              <a:rPr lang="en-US" dirty="0"/>
              <a:t>Automates marksheet, ranking, and toppers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26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E70E-F353-DFA0-E551-C059948F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🧾 INTRODUCTION TO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8E034-E8DE-C62E-E55D-9A6EAFC2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1" y="1825625"/>
            <a:ext cx="108258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Project Overview</a:t>
            </a:r>
          </a:p>
          <a:p>
            <a:r>
              <a:rPr lang="en-US" dirty="0"/>
              <a:t>Manual marksheet preparation is time-consuming and error-prone</a:t>
            </a:r>
          </a:p>
          <a:p>
            <a:endParaRPr lang="en-US" dirty="0"/>
          </a:p>
          <a:p>
            <a:pPr lvl="1"/>
            <a:r>
              <a:rPr lang="en-US" dirty="0"/>
              <a:t>This project automates:</a:t>
            </a:r>
          </a:p>
          <a:p>
            <a:pPr lvl="1"/>
            <a:r>
              <a:rPr lang="en-US" dirty="0"/>
              <a:t>Marksheet generation</a:t>
            </a:r>
          </a:p>
          <a:p>
            <a:pPr lvl="1"/>
            <a:r>
              <a:rPr lang="en-US" dirty="0"/>
              <a:t>Percentage calculation</a:t>
            </a:r>
          </a:p>
          <a:p>
            <a:pPr lvl="1"/>
            <a:r>
              <a:rPr lang="en-US" dirty="0"/>
              <a:t>Rank list</a:t>
            </a:r>
          </a:p>
          <a:p>
            <a:pPr lvl="1"/>
            <a:r>
              <a:rPr lang="en-US" dirty="0"/>
              <a:t>Subject toppers</a:t>
            </a:r>
          </a:p>
          <a:p>
            <a:r>
              <a:rPr lang="en-US" dirty="0"/>
              <a:t>Implemented using C programming language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88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5757-8413-9630-1729-EA18B560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🛠️ TOOLS &amp; TECHNOLOGIES USED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2763538-038F-1B39-7521-B5DFB8F55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02941" y="1420326"/>
            <a:ext cx="6690851" cy="312217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2A2EBD-C2C5-9814-5BFC-A284F106E505}"/>
              </a:ext>
            </a:extLst>
          </p:cNvPr>
          <p:cNvSpPr txBox="1"/>
          <p:nvPr/>
        </p:nvSpPr>
        <p:spPr>
          <a:xfrm>
            <a:off x="639097" y="2145724"/>
            <a:ext cx="52405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💻 Visual Studio Code (VS Code)</a:t>
            </a:r>
          </a:p>
          <a:p>
            <a:r>
              <a:rPr lang="en-US" dirty="0"/>
              <a:t>Used as the source code editor for writing and managing the C program.</a:t>
            </a:r>
          </a:p>
          <a:p>
            <a:r>
              <a:rPr lang="en-US" dirty="0"/>
              <a:t>Provides syntax highlighting and an easy-to-use interface.</a:t>
            </a:r>
          </a:p>
          <a:p>
            <a:r>
              <a:rPr lang="en-US" dirty="0"/>
              <a:t>⚙️ GCC Compiler</a:t>
            </a:r>
          </a:p>
          <a:p>
            <a:r>
              <a:rPr lang="en-US" dirty="0"/>
              <a:t>Used to compile and execute the C program.</a:t>
            </a:r>
          </a:p>
          <a:p>
            <a:r>
              <a:rPr lang="en-US" dirty="0"/>
              <a:t>Converts C source code into executable machine code.</a:t>
            </a:r>
          </a:p>
          <a:p>
            <a:r>
              <a:rPr lang="en-US" dirty="0"/>
              <a:t>⌨️ C Programming Language</a:t>
            </a:r>
          </a:p>
          <a:p>
            <a:r>
              <a:rPr lang="en-US" dirty="0"/>
              <a:t>Used to implement program logic using loops, conditions, and variables.</a:t>
            </a:r>
          </a:p>
          <a:p>
            <a:r>
              <a:rPr lang="en-US" dirty="0"/>
              <a:t>🖥️ Windows Operating System</a:t>
            </a:r>
          </a:p>
          <a:p>
            <a:r>
              <a:rPr lang="en-US" dirty="0"/>
              <a:t>Provides the environment to run VS Code and GCC compiler.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A76F61-B092-2618-8D13-F25D31807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353" y="4580321"/>
            <a:ext cx="4809447" cy="18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7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6AFF-978F-A3DB-04FD-150FE2C3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⚙️ PROJECT 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0AEF-3939-6154-3C7E-4D70F987F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83" y="1474839"/>
            <a:ext cx="11432382" cy="5218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 .User enters:</a:t>
            </a:r>
          </a:p>
          <a:p>
            <a:pPr lvl="1"/>
            <a:r>
              <a:rPr lang="en-US" dirty="0"/>
              <a:t>Number of students</a:t>
            </a:r>
          </a:p>
          <a:p>
            <a:pPr lvl="1"/>
            <a:r>
              <a:rPr lang="en-US" dirty="0"/>
              <a:t>Number of subjects</a:t>
            </a:r>
          </a:p>
          <a:p>
            <a:pPr marL="0" indent="0">
              <a:buNone/>
            </a:pPr>
            <a:r>
              <a:rPr lang="en-US" dirty="0"/>
              <a:t>2 .Marks are entered for each student</a:t>
            </a:r>
          </a:p>
          <a:p>
            <a:pPr marL="0" indent="0">
              <a:buNone/>
            </a:pPr>
            <a:r>
              <a:rPr lang="en-US" dirty="0"/>
              <a:t>3 .Program calculates:</a:t>
            </a:r>
          </a:p>
          <a:p>
            <a:pPr lvl="1"/>
            <a:r>
              <a:rPr lang="en-US" dirty="0"/>
              <a:t>Total marks</a:t>
            </a:r>
          </a:p>
          <a:p>
            <a:pPr lvl="1"/>
            <a:r>
              <a:rPr lang="en-US" dirty="0"/>
              <a:t>Percentage</a:t>
            </a:r>
          </a:p>
          <a:p>
            <a:pPr lvl="1"/>
            <a:r>
              <a:rPr lang="en-US" dirty="0"/>
              <a:t>Rank</a:t>
            </a:r>
          </a:p>
          <a:p>
            <a:pPr lvl="1"/>
            <a:r>
              <a:rPr lang="en-US" dirty="0"/>
              <a:t>Subject toppers</a:t>
            </a:r>
          </a:p>
          <a:p>
            <a:r>
              <a:rPr lang="en-US" dirty="0"/>
              <a:t>Final output displayed on console.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8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3863-1B39-436D-A39C-6C440469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📸 SCREENSHOT </a:t>
            </a:r>
            <a:endParaRPr lang="en-I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110C3A7-9023-9BBD-290F-C73F07092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379" y="1488281"/>
            <a:ext cx="8596668" cy="511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55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2F98AF-8E3F-CBD3-2FD1-8DA5FEF2D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768" y="0"/>
            <a:ext cx="8446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6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964A4A-D12E-347F-E103-1B5141B3F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890" y="113122"/>
            <a:ext cx="7542837" cy="658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64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89F1-B607-1576-3C94-0964584C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 LOGIC 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0760E-7E1F-BBF8-3FEA-8440AFD70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Key Concepts Used</a:t>
            </a:r>
          </a:p>
          <a:p>
            <a:pPr>
              <a:lnSpc>
                <a:spcPct val="100000"/>
              </a:lnSpc>
            </a:pPr>
            <a:r>
              <a:rPr lang="en-IN" dirty="0"/>
              <a:t>int marks[students][subjects] → stores marks</a:t>
            </a:r>
          </a:p>
          <a:p>
            <a:pPr>
              <a:lnSpc>
                <a:spcPct val="100000"/>
              </a:lnSpc>
            </a:pPr>
            <a:r>
              <a:rPr lang="en-IN" dirty="0"/>
              <a:t>total[] → total marks per student</a:t>
            </a:r>
          </a:p>
          <a:p>
            <a:pPr>
              <a:lnSpc>
                <a:spcPct val="100000"/>
              </a:lnSpc>
            </a:pPr>
            <a:r>
              <a:rPr lang="en-IN" dirty="0"/>
              <a:t>percent[] → percentage calculation</a:t>
            </a:r>
          </a:p>
          <a:p>
            <a:pPr>
              <a:lnSpc>
                <a:spcPct val="100000"/>
              </a:lnSpc>
            </a:pPr>
            <a:r>
              <a:rPr lang="en-IN" dirty="0"/>
              <a:t>Nested loops → input and processing</a:t>
            </a:r>
          </a:p>
          <a:p>
            <a:pPr>
              <a:lnSpc>
                <a:spcPct val="100000"/>
              </a:lnSpc>
            </a:pPr>
            <a:r>
              <a:rPr lang="en-IN" dirty="0"/>
              <a:t>Rank logic → compares totals</a:t>
            </a:r>
          </a:p>
          <a:p>
            <a:pPr>
              <a:lnSpc>
                <a:spcPct val="100000"/>
              </a:lnSpc>
            </a:pPr>
            <a:r>
              <a:rPr lang="en-IN" dirty="0"/>
              <a:t>Subject topper logic → finds highest marks</a:t>
            </a:r>
          </a:p>
        </p:txBody>
      </p:sp>
    </p:spTree>
    <p:extLst>
      <p:ext uri="{BB962C8B-B14F-4D97-AF65-F5344CB8AC3E}">
        <p14:creationId xmlns:p14="http://schemas.microsoft.com/office/powerpoint/2010/main" val="20168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098B-5E9F-9D1D-EFF5-0DB102B0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en-IN" dirty="0"/>
              <a:t>📊 Output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39E889-A46B-7A73-2FA7-863596E7A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540" y="1027522"/>
            <a:ext cx="8879471" cy="5830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5ECC7-CC82-C757-22FE-150A978B8B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325"/>
          <a:stretch>
            <a:fillRect/>
          </a:stretch>
        </p:blipFill>
        <p:spPr>
          <a:xfrm>
            <a:off x="6352957" y="3136803"/>
            <a:ext cx="4973806" cy="372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56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A919-DB22-5C02-6321-554A14C7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Advantages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3F9B-EAC2-88E4-6D7E-B13B8FA14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Simple and easy to understand</a:t>
            </a:r>
          </a:p>
          <a:p>
            <a:pPr>
              <a:lnSpc>
                <a:spcPct val="150000"/>
              </a:lnSpc>
            </a:pPr>
            <a:r>
              <a:rPr lang="en-US" dirty="0"/>
              <a:t>Reduces manual errors</a:t>
            </a:r>
          </a:p>
          <a:p>
            <a:pPr>
              <a:lnSpc>
                <a:spcPct val="150000"/>
              </a:lnSpc>
            </a:pPr>
            <a:r>
              <a:rPr lang="en-US" dirty="0"/>
              <a:t>Efficient processing</a:t>
            </a:r>
          </a:p>
          <a:p>
            <a:pPr>
              <a:lnSpc>
                <a:spcPct val="150000"/>
              </a:lnSpc>
            </a:pPr>
            <a:r>
              <a:rPr lang="en-US" dirty="0"/>
              <a:t>Demonstrates core C concepts</a:t>
            </a:r>
          </a:p>
          <a:p>
            <a:pPr>
              <a:lnSpc>
                <a:spcPct val="150000"/>
              </a:lnSpc>
            </a:pPr>
            <a:r>
              <a:rPr lang="en-US" dirty="0"/>
              <a:t>Beginner-friendly project.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110A9-0E19-A686-35F4-66A1A0275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987" y="4316361"/>
            <a:ext cx="2848373" cy="24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45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3B47-5790-79BC-F9A9-D7B6578B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🔮 Future Scope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334D-2A8B-683B-69B6-1338E8EB7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Add grade calculation</a:t>
            </a:r>
          </a:p>
          <a:p>
            <a:pPr>
              <a:lnSpc>
                <a:spcPct val="100000"/>
              </a:lnSpc>
            </a:pPr>
            <a:r>
              <a:rPr lang="en-IN" dirty="0"/>
              <a:t>Store data in files</a:t>
            </a:r>
          </a:p>
          <a:p>
            <a:pPr>
              <a:lnSpc>
                <a:spcPct val="100000"/>
              </a:lnSpc>
            </a:pPr>
            <a:r>
              <a:rPr lang="en-IN" dirty="0"/>
              <a:t>Menu-driven interface</a:t>
            </a:r>
          </a:p>
          <a:p>
            <a:pPr>
              <a:lnSpc>
                <a:spcPct val="100000"/>
              </a:lnSpc>
            </a:pPr>
            <a:r>
              <a:rPr lang="en-IN" dirty="0"/>
              <a:t>Add student names</a:t>
            </a:r>
          </a:p>
          <a:p>
            <a:pPr>
              <a:lnSpc>
                <a:spcPct val="100000"/>
              </a:lnSpc>
            </a:pPr>
            <a:r>
              <a:rPr lang="en-IN" dirty="0"/>
              <a:t>Convert to GUI application</a:t>
            </a:r>
          </a:p>
          <a:p>
            <a:pPr>
              <a:lnSpc>
                <a:spcPct val="100000"/>
              </a:lnSpc>
            </a:pPr>
            <a:r>
              <a:rPr lang="en-IN" dirty="0"/>
              <a:t>Database integration</a:t>
            </a:r>
          </a:p>
        </p:txBody>
      </p:sp>
    </p:spTree>
    <p:extLst>
      <p:ext uri="{BB962C8B-B14F-4D97-AF65-F5344CB8AC3E}">
        <p14:creationId xmlns:p14="http://schemas.microsoft.com/office/powerpoint/2010/main" val="635921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5197A3-B325-32AE-AB6D-D1646CD24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64941" y="2160588"/>
            <a:ext cx="5822155" cy="3881437"/>
          </a:xfrm>
        </p:spPr>
      </p:pic>
    </p:spTree>
    <p:extLst>
      <p:ext uri="{BB962C8B-B14F-4D97-AF65-F5344CB8AC3E}">
        <p14:creationId xmlns:p14="http://schemas.microsoft.com/office/powerpoint/2010/main" val="31502956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1062</TotalTime>
  <Words>330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Trebuchet MS</vt:lpstr>
      <vt:lpstr>Wingdings 3</vt:lpstr>
      <vt:lpstr>Facet</vt:lpstr>
      <vt:lpstr>PROJECT NAME: Student Marksheet and Ranking System          </vt:lpstr>
      <vt:lpstr>📌title</vt:lpstr>
      <vt:lpstr>🧾 INTRODUCTION TO PROJECT</vt:lpstr>
      <vt:lpstr>🛠️ TOOLS &amp; TECHNOLOGIES USED</vt:lpstr>
      <vt:lpstr>⚙️ PROJECT  WORKING</vt:lpstr>
      <vt:lpstr>📸 SCREENSHOT </vt:lpstr>
      <vt:lpstr>PowerPoint Presentation</vt:lpstr>
      <vt:lpstr>PowerPoint Presentation</vt:lpstr>
      <vt:lpstr>CORE  LOGIC  EXPLANATION</vt:lpstr>
      <vt:lpstr>📊 Output </vt:lpstr>
      <vt:lpstr>✅ Advantages </vt:lpstr>
      <vt:lpstr>🔮 Future Scope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nirmalkar</dc:creator>
  <cp:lastModifiedBy>Ashutosh K</cp:lastModifiedBy>
  <cp:revision>8</cp:revision>
  <dcterms:created xsi:type="dcterms:W3CDTF">2026-01-01T19:19:26Z</dcterms:created>
  <dcterms:modified xsi:type="dcterms:W3CDTF">2026-01-02T20:21:29Z</dcterms:modified>
</cp:coreProperties>
</file>